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89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5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80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2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4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1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8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3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10B09-AF07-457B-82DC-16C110D08132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66CDB-9B37-46A1-8AF2-03C899D2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45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Nucleation Limited Switching</a:t>
            </a:r>
            <a:br>
              <a:rPr lang="en-US" dirty="0" smtClean="0"/>
            </a:br>
            <a:r>
              <a:rPr lang="en-US" dirty="0" smtClean="0"/>
              <a:t>varying pulse width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07/23/2024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60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Waveforms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366" y="2062356"/>
            <a:ext cx="2743200" cy="15036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54" y="2079717"/>
            <a:ext cx="2743200" cy="14672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527" y="1979380"/>
            <a:ext cx="2743200" cy="1586581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3677449" y="2585633"/>
            <a:ext cx="697138" cy="37407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7176654" y="2626326"/>
            <a:ext cx="697138" cy="37407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5400000">
            <a:off x="9014558" y="3727494"/>
            <a:ext cx="697138" cy="37407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688841" y="1604509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1) PUNDp3.5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452040" y="1584162"/>
            <a:ext cx="70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2) set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664859" y="1584162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3) PUNDp3.5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856161" y="3171242"/>
            <a:ext cx="65095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507114" y="3171242"/>
            <a:ext cx="65095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158067" y="3171242"/>
            <a:ext cx="65095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4983475" y="285750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475" y="2857500"/>
                <a:ext cx="3345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5679762" y="285750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762" y="2857500"/>
                <a:ext cx="33457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367766" y="285750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766" y="2857500"/>
                <a:ext cx="3345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/>
          <p:cNvSpPr/>
          <p:nvPr/>
        </p:nvSpPr>
        <p:spPr>
          <a:xfrm rot="10800000">
            <a:off x="1454727" y="4201572"/>
            <a:ext cx="7978522" cy="37407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 rot="16200000">
            <a:off x="954675" y="3965042"/>
            <a:ext cx="697138" cy="30296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5287668" y="3936039"/>
                <a:ext cx="10347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Change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668" y="3936039"/>
                <a:ext cx="1034770" cy="369332"/>
              </a:xfrm>
              <a:prstGeom prst="rect">
                <a:avLst/>
              </a:prstGeom>
              <a:blipFill>
                <a:blip r:embed="rId8"/>
                <a:stretch>
                  <a:fillRect l="-470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2452966" y="4915607"/>
                <a:ext cx="651652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50 ns, 100 ns, 1 us, 10 us, 100 us, 1 </a:t>
                </a:r>
                <a:r>
                  <a:rPr lang="en-US" dirty="0" err="1" smtClean="0"/>
                  <a:t>ms</a:t>
                </a:r>
                <a:r>
                  <a:rPr lang="en-US" dirty="0" smtClean="0"/>
                  <a:t>, 10 </a:t>
                </a:r>
                <a:r>
                  <a:rPr lang="en-US" dirty="0" err="1" smtClean="0"/>
                  <a:t>ms</a:t>
                </a:r>
                <a:r>
                  <a:rPr lang="en-US" dirty="0" smtClean="0"/>
                  <a:t>, 100 </a:t>
                </a:r>
                <a:r>
                  <a:rPr lang="en-US" dirty="0" err="1" smtClean="0"/>
                  <a:t>ms</a:t>
                </a:r>
                <a:r>
                  <a:rPr lang="en-US" dirty="0" smtClean="0"/>
                  <a:t>, 1 s, and 10 s</a:t>
                </a:r>
              </a:p>
              <a:p>
                <a:endParaRPr lang="en-US" dirty="0"/>
              </a:p>
              <a:p>
                <a:r>
                  <a:rPr lang="en-US" dirty="0" smtClean="0"/>
                  <a:t>Then change to NDPUn3.5 with positive a set pulse.</a:t>
                </a:r>
                <a:endParaRPr lang="en-US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966" y="4915607"/>
                <a:ext cx="6516528" cy="1200329"/>
              </a:xfrm>
              <a:prstGeom prst="rect">
                <a:avLst/>
              </a:prstGeom>
              <a:blipFill>
                <a:blip r:embed="rId9"/>
                <a:stretch>
                  <a:fillRect l="-74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8254539" y="2177934"/>
            <a:ext cx="476178" cy="120534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8254538" y="1584162"/>
            <a:ext cx="87029" cy="49555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242736" y="1165722"/>
            <a:ext cx="247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 to construct PE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86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9382" y="266007"/>
            <a:ext cx="194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Sample: SX19C bot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78" y="1662544"/>
            <a:ext cx="5486400" cy="43199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455953" y="1825227"/>
                <a:ext cx="11789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−1.5 </m:t>
                    </m:r>
                  </m:oMath>
                </a14:m>
                <a:r>
                  <a:rPr lang="en-US" dirty="0" smtClean="0"/>
                  <a:t>V set</a:t>
                </a:r>
                <a:endParaRPr 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953" y="1825227"/>
                <a:ext cx="1178912" cy="369332"/>
              </a:xfrm>
              <a:prstGeom prst="rect">
                <a:avLst/>
              </a:prstGeom>
              <a:blipFill>
                <a:blip r:embed="rId3"/>
                <a:stretch>
                  <a:fillRect t="-8197" r="-414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535435" y="1293212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PUNDp3.5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460" y="1662544"/>
            <a:ext cx="5486400" cy="43199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53617" y="1293212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NDPUn3.5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113600" y="1825227"/>
                <a:ext cx="11789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+1.5 </m:t>
                    </m:r>
                  </m:oMath>
                </a14:m>
                <a:r>
                  <a:rPr lang="en-US" dirty="0" smtClean="0"/>
                  <a:t>V set</a:t>
                </a:r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600" y="1825227"/>
                <a:ext cx="1178912" cy="369332"/>
              </a:xfrm>
              <a:prstGeom prst="rect">
                <a:avLst/>
              </a:prstGeom>
              <a:blipFill>
                <a:blip r:embed="rId5"/>
                <a:stretch>
                  <a:fillRect t="-8197" r="-414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079102" y="3060441"/>
            <a:ext cx="0" cy="503853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743596" y="5066522"/>
                <a:ext cx="5237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596" y="5066522"/>
                <a:ext cx="52373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V="1">
            <a:off x="8829869" y="3564295"/>
            <a:ext cx="0" cy="615819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3113479" y="3312368"/>
            <a:ext cx="2630117" cy="1938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6267329" y="3912446"/>
            <a:ext cx="2562540" cy="13387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1802059" y="4789523"/>
                <a:ext cx="23930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Darker color = smaller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059" y="4789523"/>
                <a:ext cx="2393091" cy="369332"/>
              </a:xfrm>
              <a:prstGeom prst="rect">
                <a:avLst/>
              </a:prstGeom>
              <a:blipFill>
                <a:blip r:embed="rId7"/>
                <a:stretch>
                  <a:fillRect l="-229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165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32" y="584613"/>
            <a:ext cx="8229600" cy="55939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99983" y="4074262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Pp: PUNDp3.5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8453535" y="4338735"/>
            <a:ext cx="641698" cy="4198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8453536" y="5203108"/>
            <a:ext cx="914399" cy="217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67935" y="5236420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Nn</a:t>
            </a:r>
            <a:r>
              <a:rPr lang="en-US" dirty="0" smtClean="0"/>
              <a:t>: NDPUn3.5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910735" y="4758612"/>
            <a:ext cx="690465" cy="839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01200" y="4548673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 V: set pulse at 1 V</a:t>
            </a:r>
            <a:endParaRPr lang="en-US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1828800" y="3153747"/>
            <a:ext cx="7427167" cy="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9255967" y="2976465"/>
                <a:ext cx="1574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7030A0"/>
                    </a:solidFill>
                  </a:rPr>
                  <a:t>Net zero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 smtClean="0">
                    <a:solidFill>
                      <a:srgbClr val="7030A0"/>
                    </a:solidFill>
                  </a:rPr>
                  <a:t> line</a:t>
                </a:r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967" y="2976465"/>
                <a:ext cx="1574790" cy="369332"/>
              </a:xfrm>
              <a:prstGeom prst="rect">
                <a:avLst/>
              </a:prstGeom>
              <a:blipFill>
                <a:blip r:embed="rId3"/>
                <a:stretch>
                  <a:fillRect l="-3089" t="-8197" r="-27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9095233" y="690465"/>
                <a:ext cx="304147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In general, </a:t>
                </a:r>
                <a:r>
                  <a:rPr lang="en-US" dirty="0" smtClean="0">
                    <a:solidFill>
                      <a:srgbClr val="0070C0"/>
                    </a:solidFill>
                  </a:rPr>
                  <a:t>blue</a:t>
                </a:r>
                <a:r>
                  <a:rPr lang="en-US" dirty="0" smtClean="0"/>
                  <a:t> is above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red</a:t>
                </a:r>
                <a:r>
                  <a:rPr lang="en-US" dirty="0" smtClean="0"/>
                  <a:t>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More polarization reversal with positive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/>
                  <a:t>, so NDPUn3.5 measures a larger switching current.</a:t>
                </a:r>
                <a:endParaRPr lang="en-US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5233" y="690465"/>
                <a:ext cx="3041474" cy="1754326"/>
              </a:xfrm>
              <a:prstGeom prst="rect">
                <a:avLst/>
              </a:prstGeom>
              <a:blipFill>
                <a:blip r:embed="rId4"/>
                <a:stretch>
                  <a:fillRect l="-1603" t="-1736" r="-2204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68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78" y="124817"/>
            <a:ext cx="4572000" cy="29712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04778" y="2093576"/>
            <a:ext cx="432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Faster set pulses generate more imprint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372809" y="563483"/>
                <a:ext cx="473062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It looks like the domains with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 smtClean="0"/>
                  <a:t> don’t switch until the pulse duration is longer?!</a:t>
                </a:r>
              </a:p>
              <a:p>
                <a:endParaRPr lang="en-US" dirty="0"/>
              </a:p>
              <a:p>
                <a:r>
                  <a:rPr lang="en-US" dirty="0" smtClean="0"/>
                  <a:t>This means that domains with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 smtClean="0"/>
                  <a:t> are unable to switch by the fast set pulses?</a:t>
                </a:r>
                <a:endParaRPr 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809" y="563483"/>
                <a:ext cx="4730620" cy="1477328"/>
              </a:xfrm>
              <a:prstGeom prst="rect">
                <a:avLst/>
              </a:prstGeom>
              <a:blipFill>
                <a:blip r:embed="rId3"/>
                <a:stretch>
                  <a:fillRect l="-1031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042175" y="342354"/>
                <a:ext cx="974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−1.25</m:t>
                    </m:r>
                  </m:oMath>
                </a14:m>
                <a:r>
                  <a:rPr lang="en-US" dirty="0" smtClean="0"/>
                  <a:t> V</a:t>
                </a:r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75" y="342354"/>
                <a:ext cx="974947" cy="369332"/>
              </a:xfrm>
              <a:prstGeom prst="rect">
                <a:avLst/>
              </a:prstGeom>
              <a:blipFill>
                <a:blip r:embed="rId4"/>
                <a:stretch>
                  <a:fillRect t="-8197" r="-5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089113" y="277040"/>
            <a:ext cx="2979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Darker color = faster set pulse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78" y="3381588"/>
            <a:ext cx="4572000" cy="29539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068518" y="3475466"/>
                <a:ext cx="974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+1.25</m:t>
                    </m:r>
                  </m:oMath>
                </a14:m>
                <a:r>
                  <a:rPr lang="en-US" dirty="0" smtClean="0"/>
                  <a:t> V</a:t>
                </a:r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518" y="3475466"/>
                <a:ext cx="974947" cy="369332"/>
              </a:xfrm>
              <a:prstGeom prst="rect">
                <a:avLst/>
              </a:prstGeom>
              <a:blipFill>
                <a:blip r:embed="rId6"/>
                <a:stretch>
                  <a:fillRect t="-8197" r="-5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3069771" y="883343"/>
            <a:ext cx="508857" cy="538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881536" y="1460443"/>
            <a:ext cx="2360644" cy="149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73541" y="4384901"/>
            <a:ext cx="696230" cy="7369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138197" y="4753375"/>
            <a:ext cx="2404187" cy="1868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618600" y="4200235"/>
                <a:ext cx="526089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The reverse case is also apparent.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We expect a direct correlation between pulse duration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600" y="4200235"/>
                <a:ext cx="5260894" cy="1200329"/>
              </a:xfrm>
              <a:prstGeom prst="rect">
                <a:avLst/>
              </a:prstGeom>
              <a:blipFill>
                <a:blip r:embed="rId7"/>
                <a:stretch>
                  <a:fillRect l="-1043" t="-2538" r="-17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56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158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Nucleation Limited Switching varying pulse width</vt:lpstr>
      <vt:lpstr>Waveforms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 Chan</dc:creator>
  <cp:lastModifiedBy>Ho Chan</cp:lastModifiedBy>
  <cp:revision>38</cp:revision>
  <dcterms:created xsi:type="dcterms:W3CDTF">2024-07-23T03:32:01Z</dcterms:created>
  <dcterms:modified xsi:type="dcterms:W3CDTF">2024-07-24T01:16:08Z</dcterms:modified>
</cp:coreProperties>
</file>